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Roboto Mono Light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22" Type="http://schemas.openxmlformats.org/officeDocument/2006/relationships/font" Target="fonts/RobotoMono-italic.fntdata"/><Relationship Id="rId21" Type="http://schemas.openxmlformats.org/officeDocument/2006/relationships/font" Target="fonts/RobotoMono-bold.fntdata"/><Relationship Id="rId24" Type="http://schemas.openxmlformats.org/officeDocument/2006/relationships/font" Target="fonts/OpenSans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RobotoMonoLight-bold.fntdata"/><Relationship Id="rId16" Type="http://schemas.openxmlformats.org/officeDocument/2006/relationships/font" Target="fonts/RobotoMonoLight-regular.fntdata"/><Relationship Id="rId19" Type="http://schemas.openxmlformats.org/officeDocument/2006/relationships/font" Target="fonts/RobotoMonoLight-boldItalic.fntdata"/><Relationship Id="rId18" Type="http://schemas.openxmlformats.org/officeDocument/2006/relationships/font" Target="fonts/RobotoMono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c2c375f8c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c2c375f8c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c2c375f8c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ec2c375f8c_1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c2c375f8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ec2c375f8c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ebfe967a3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ebfe967a3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ebfe967a3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ebfe967a32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ebfe967a3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ebfe967a32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143000" y="2701528"/>
            <a:ext cx="6858000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629842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29842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350073" y="1467446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349573" y="-447079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2186800" y="917750"/>
            <a:ext cx="6758700" cy="8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Calibri"/>
              <a:buNone/>
            </a:pPr>
            <a:r>
              <a:rPr lang="es-CL" sz="5400">
                <a:latin typeface="Roboto Mono Light"/>
                <a:ea typeface="Roboto Mono Light"/>
                <a:cs typeface="Roboto Mono Light"/>
                <a:sym typeface="Roboto Mono Light"/>
              </a:rPr>
              <a:t>Proyecto </a:t>
            </a:r>
            <a:r>
              <a:rPr lang="es-CL" sz="5400">
                <a:latin typeface="Roboto Mono Light"/>
                <a:ea typeface="Roboto Mono Light"/>
                <a:cs typeface="Roboto Mono Light"/>
                <a:sym typeface="Roboto Mono Light"/>
              </a:rPr>
              <a:t>SimoCO2</a:t>
            </a:r>
            <a:endParaRPr sz="5400"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2488019" y="3038628"/>
            <a:ext cx="61563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Integrantes: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Benjamin Alocilla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Nicolas Borquez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-3238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Mono Light"/>
              <a:buChar char="-"/>
            </a:pPr>
            <a:r>
              <a:rPr lang="es-CL" sz="1500">
                <a:latin typeface="Roboto Mono Light"/>
                <a:ea typeface="Roboto Mono Light"/>
                <a:cs typeface="Roboto Mono Light"/>
                <a:sym typeface="Roboto Mono Light"/>
              </a:rPr>
              <a:t>Matias Rain</a:t>
            </a:r>
            <a:endParaRPr sz="1500">
              <a:latin typeface="Roboto Mono Light"/>
              <a:ea typeface="Roboto Mono Light"/>
              <a:cs typeface="Roboto Mono Light"/>
              <a:sym typeface="Roboto Mono Light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86" name="Google Shape;86;p13" title="simo co2 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7425" y="2130875"/>
            <a:ext cx="4903676" cy="1599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216888" y="273844"/>
            <a:ext cx="629846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Sobre 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qué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 trata nuestro proyecto: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2216888" y="1369219"/>
            <a:ext cx="629846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/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Nuestro proyecto se trata de una plataforma web de monitoreo, que se encarga cuantificar y gestionar huellas de carbono en la industria, mediante 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métricas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 y 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gráficos</a:t>
            </a: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 para evaluar los procesos de manufactura en una empresa.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Nuesto logo y tipografia</a:t>
            </a: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5082313" y="1448394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Tipografía elegida fue: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Open sans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9" name="Google Shape;99;p15" title="simo co2 pn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894625" y="1448400"/>
            <a:ext cx="8831477" cy="2880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Open Sans"/>
                <a:ea typeface="Open Sans"/>
                <a:cs typeface="Open Sans"/>
                <a:sym typeface="Open Sans"/>
              </a:rPr>
              <a:t>Iconografia: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0" y="1141150"/>
            <a:ext cx="4358100" cy="373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Paleta de colores</a:t>
            </a:r>
            <a:r>
              <a:rPr lang="es-CL">
                <a:latin typeface="Roboto Mono Light"/>
                <a:ea typeface="Roboto Mono Light"/>
                <a:cs typeface="Roboto Mono Light"/>
                <a:sym typeface="Roboto Mono Light"/>
              </a:rPr>
              <a:t>:</a:t>
            </a:r>
            <a:endParaRPr>
              <a:latin typeface="Roboto Mono Light"/>
              <a:ea typeface="Roboto Mono Light"/>
              <a:cs typeface="Roboto Mono Light"/>
              <a:sym typeface="Roboto Mono Light"/>
            </a:endParaRPr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2216888" y="13692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2" name="Google Shape;11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57028" y="1369228"/>
            <a:ext cx="4749850" cy="302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8"/>
          <p:cNvSpPr txBox="1"/>
          <p:nvPr>
            <p:ph type="title"/>
          </p:nvPr>
        </p:nvSpPr>
        <p:spPr>
          <a:xfrm>
            <a:off x="2216888" y="-6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Inicio de </a:t>
            </a: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sesión</a:t>
            </a: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 de </a:t>
            </a:r>
            <a:endParaRPr sz="277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70"/>
              <a:buFont typeface="Calibri"/>
              <a:buNone/>
            </a:pPr>
            <a:r>
              <a:rPr lang="es-CL" sz="2770">
                <a:latin typeface="Roboto Mono"/>
                <a:ea typeface="Roboto Mono"/>
                <a:cs typeface="Roboto Mono"/>
                <a:sym typeface="Roboto Mono"/>
              </a:rPr>
              <a:t>Simo CO2:</a:t>
            </a:r>
            <a:endParaRPr sz="2770"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1" y="1016060"/>
            <a:ext cx="6298499" cy="4127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2216888" y="-6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Dashboard de Simo CO2: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4" name="Google Shape;12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16901" y="1015735"/>
            <a:ext cx="6298501" cy="41277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/>
          <p:nvPr>
            <p:ph type="title"/>
          </p:nvPr>
        </p:nvSpPr>
        <p:spPr>
          <a:xfrm>
            <a:off x="2216888" y="273844"/>
            <a:ext cx="6298462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monitoreo: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2216888" y="1369219"/>
            <a:ext cx="629846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Simo CO2 monitorea sensores de agua, electricidad y gas y genera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gráficos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sobre el consumo de estos por semana.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También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genera un informe en formato PDF con las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estadísticas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según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la normativa seleccionada.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8200" y="3226538"/>
            <a:ext cx="4895850" cy="63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2488875" y="0"/>
            <a:ext cx="4578000" cy="62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informe: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8" name="Google Shape;13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127" y="622801"/>
            <a:ext cx="5495498" cy="453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s-CL">
                <a:latin typeface="Roboto Mono"/>
                <a:ea typeface="Roboto Mono"/>
                <a:cs typeface="Roboto Mono"/>
                <a:sym typeface="Roboto Mono"/>
              </a:rPr>
              <a:t>Sobre el informe: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Simo CO2 genera el informe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según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la normativa seleccionada y muestra las 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estadísticas</a:t>
            </a:r>
            <a:r>
              <a:rPr lang="es-CL">
                <a:latin typeface="Times New Roman"/>
                <a:ea typeface="Times New Roman"/>
                <a:cs typeface="Times New Roman"/>
                <a:sym typeface="Times New Roman"/>
              </a:rPr>
              <a:t> de consumo cada 12 semanas, es decir de forma trimestral.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" lvl="0" marL="1714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2216888" y="273844"/>
            <a:ext cx="6298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2216888" y="1412719"/>
            <a:ext cx="6298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